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the Project G1 presentation. Introduce yourself and set the stage: Project G1 is a homage to classic 1998 retro action shooters, built with a modern programmatic pipeline in Unity and Blender.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three pillars: Retro Aesthetic (not cheap, but curated low-poly asset construction), Authentic Gameplay (Quake/HL movement), and 100% Procedural Engineering (code-driven pipeline).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core lore twist: The protagonist is the Anchor keeping the disaster alive, and the Auditor harvests the catastrophe. The player's first weapon (crowbar) is what destroys the loop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why code-driven modeling matters: reproducible builds, instant variation tuning, automated UV mask baking without mudding albedo tints.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movement feeling is identical to 1998 GoldSrc engine. Sprinting is metered so crossing open terrain requires strategic decision 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5 weapons + grenades. Every weapon has animated slides/cylinders and custom secondary fire modes. Crowbar charged swing deals knockback.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vehicle traversal system: 24 trucks ensure you are never more than 80m from a vehicle. Driving is noisy and draws enemy fire, balancing mobility vs stealth.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procedural speech: C# is the single source of truth for all text and voice audio clips. eSpeak NG generates voice files upon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AI intelligence: HECU soldiers use real geometry cover (sandbag slits, trench steps). ThreatDirector prevents monotonous enemy spawning.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campaign progression: from indoor horror facility (L1) to open vehicle combat (L2) to dimensional anomaly climax (L3).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QA readiness: The game includes built-in observability tools (F3 overlay, TAB mob spawner, headless automated verification) to ensure build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tech stack requirements: Unity 2022.3 LTS with Built-in Render Pipeline, Blender 4.x/5.x for asset generation, eSpeak NG for voice audio.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roadmap accomplishments: Core campaign, weapons, trucks, audio, and ending choices are done. Future focus is on boss mechanics and seed modding.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a reference during presentation rehearsal. Conduct the 3-minute live demo showing movement, spawner, and truck driving.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and invite questions or live playtesting of Project G1!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3840480"/>
          </a:xfrm>
          <a:prstGeom prst="rect">
            <a:avLst/>
          </a:prstGeom>
          <a:solidFill>
            <a:srgbClr val="1C222C"/>
          </a:solidFill>
          <a:ln w="254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E5FF"/>
                </a:solidFill>
                <a:latin typeface="Consolas"/>
              </a:defRPr>
            </a:pPr>
            <a:r>
              <a:t>RETRO FPS REVIVAL • 1998 GOLDSRC SPIRIT</a:t>
            </a:r>
          </a:p>
          <a:p>
            <a:pPr>
              <a:spcAft>
                <a:spcPts val="1000"/>
              </a:spcAft>
              <a:defRPr sz="4600" b="1">
                <a:solidFill>
                  <a:srgbClr val="FFB000"/>
                </a:solidFill>
                <a:latin typeface="Trebuchet MS"/>
              </a:defRPr>
            </a:pPr>
            <a:r>
              <a:t>PROJECT G1</a:t>
            </a:r>
          </a:p>
          <a:p>
            <a:pPr>
              <a:spcAft>
                <a:spcPts val="2000"/>
              </a:spcAft>
              <a:defRPr sz="2000">
                <a:solidFill>
                  <a:srgbClr val="F0F3F6"/>
                </a:solidFill>
                <a:latin typeface="Calibri"/>
              </a:defRPr>
            </a:pPr>
            <a:r>
              <a:t>Original Sci-Fi Story &amp; Fully Scripted Procedural Asset Pipeline in Unity</a:t>
            </a:r>
          </a:p>
          <a:p>
            <a:pPr>
              <a:defRPr sz="1200">
                <a:solidFill>
                  <a:srgbClr val="A0AEC0"/>
                </a:solidFill>
                <a:latin typeface="Consolas"/>
              </a:defRPr>
            </a:pPr>
            <a:r>
              <a:t>Presenter: [STUB: Speaker Name / Team Lead]  |  Date: July 2026  |  Build Version: 2022.3 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VISION &amp; DESIGN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Executive Summary &amp; Core Pillars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1. Retro Aesthetic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1998 GoldSrc Heritage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Captures the atmosphere of Half-Life 1 with low-poly geometry and industrial environments.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Wear &amp; Grime Pipeline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Dynamic procedural texture masks multiplying color tints directly in standard shaders.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Share Tech Mono HUD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Authentic retro amber UI elements and tactile visual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60020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2. Authentic Gameplay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GoldSrc Physics Engine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True air acceleration, 30-ups caps, bunnyhopping, coyote time, and HEV sprint.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Tactical Combat &amp; ADS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5 core weapons + grenades with ADS zoom, recoil scaling, and secondary fire modes.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Vehicle Integration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24 arcade trucks across an 800x800m open sprawl for seamless traversal.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60020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3. 100% Procedural Engine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Blender Scripted Assets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Zero manual 3D modeling — every character, weapon, vehicle, and building is code.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Procedural Audio &amp; Speech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Math-synthesized retro sound effects + eSpeak NG automated dialogue pipeline.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Self-Correcting Layouts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Automated placement validation and dynamic interior room audio acoustics.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STORY &amp; WORLD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Narrative Loop &amp; Character Lore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94360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The Anomaly Loop Premise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The Threshold Event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You play as a Senior Test Engineer surviving a catastrophic portal experiment failure at Corvus Facility.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The Anchor &amp; The Loop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The Threshold isn't a door to a place—it's a loop of every past failure. You survive because you are the Anchor.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The Aliens as Echoes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Hostile creatures are the time-folded remains of past iterations trapped in the loop.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The Auditor's Motive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The man in the suit audits the loop for an interdimensional bureaucracy harvesting endless catastrophes.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Branching Finale Choice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Step through the Threshold ring (Loop resets) OR destroy the resonance emitters (Collapse loop &amp; unmake the Anchor).</a:t>
            </a:r>
          </a:p>
        </p:txBody>
      </p:sp>
      <p:pic>
        <p:nvPicPr>
          <p:cNvPr id="8" name="Picture 7" descr="protagonist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2286000" cy="3429000"/>
          </a:xfrm>
          <a:prstGeom prst="rect">
            <a:avLst/>
          </a:prstGeom>
        </p:spPr>
      </p:pic>
      <p:pic>
        <p:nvPicPr>
          <p:cNvPr id="9" name="Picture 8" descr="villain_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463040"/>
            <a:ext cx="219456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0" y="57607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B000"/>
                </a:solidFill>
                <a:latin typeface="Consolas"/>
              </a:defRPr>
            </a:pPr>
            <a:r>
              <a:t>Left: The Hazard Suit (Anchor)  |  Right: The Auditor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PROCEDURAL ART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Code-Driven Asset &amp; Modeling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Blender Python Scripting Engine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Zero Manual Sculpting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Characters built via elliptical tapered lofts (oval()), layered armor plates, and sealed helmets.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Asymmetric Equipment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Wrist computers, bracers, and uneven pouches avoid the artificial look of mirrored low-poly models.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Wear &amp; Grime Mask Baking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Bakes dirt masks off ambient occlusion and height rather than pointiness, preventing edge bleaching.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Standard Shader Integration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White-to-grime mask multiplies cleanly over faction tint colors in Unity standard shaders.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Rigging &amp; Animation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Automated bone weights and skeleton generation preserving classic 1998 animation clips.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solidFill>
            <a:srgbClr val="2D191E"/>
          </a:solidFill>
          <a:ln w="25400"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6347"/>
                </a:solidFill>
                <a:latin typeface="Consolas"/>
              </a:defRPr>
            </a:pPr>
            <a:r>
              <a:t>[STUB / PLACEHOLDER]: BLENDER DEMO / PIPELINE DIAGRAM</a:t>
            </a:r>
          </a:p>
          <a:p>
            <a:pPr algn="ctr">
              <a:defRPr sz="1100" i="1">
                <a:solidFill>
                  <a:srgbClr val="A0AEC0"/>
                </a:solidFill>
                <a:latin typeface="Calibri"/>
              </a:defRPr>
            </a:pPr>
            <a:r>
              <a:t>Insert a video clip or flow diagram showing:</a:t>
            </a:r>
            <a:br/>
            <a:br/>
            <a:r>
              <a:t>1. python build_character.py execution</a:t>
            </a:r>
            <a:br/>
            <a:r>
              <a:t>2. Automated mesh generation in Blender</a:t>
            </a:r>
            <a:br/>
            <a:r>
              <a:t>3. Dirt mask texture baking</a:t>
            </a:r>
            <a:br/>
            <a:r>
              <a:t>4. Direct Unity FBX + Material import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GAMEPLAY &amp;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Authentic GoldSrc Movement &amp; Sprint Dynamics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HL1 Physics &amp; Sprint Metering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Quake-Lineage Acceleration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Converts exact GoldSrc units to meters: strafe air steering, bunnyhop speed preservation.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HEV Auxiliary Power Sprint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Hold Shift to sprint at 12.6 m/s (up from 8.1 m/s), draining an 11-second auxiliary cell.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Tactical Sprint Resource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Meter locks out when depleted; UI bar pulses red. Metered movement turns open-field crossing into a tactical risk.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ADS Zoom &amp; Sway Tuning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Hold RMB narrows FOV to 46°, reduces spread by 66%, dampens sway, and scales walk speed.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Full Crouch &amp; Coyote Time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Smooth crouch height transitions and jump window forgiveness for precise platforming.</a:t>
            </a:r>
          </a:p>
        </p:txBody>
      </p:sp>
      <p:pic>
        <p:nvPicPr>
          <p:cNvPr id="8" name="Picture 7" descr="unity_p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9317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66928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B000"/>
                </a:solidFill>
                <a:latin typeface="Consolas"/>
              </a:defRPr>
            </a:pPr>
            <a:r>
              <a:t>In-Engine Gameplay POV: Retro Amber HUD, Sprint Bar &amp; Reticle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WEAPONS &amp; COMBAT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Retro Firearms Arsenal &amp; Secondary Fires</a:t>
            </a:r>
          </a:p>
        </p:txBody>
      </p:sp>
      <p:pic>
        <p:nvPicPr>
          <p:cNvPr id="6" name="Picture 5" descr="crow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328416" cy="24963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474720"/>
            <a:ext cx="3328416" cy="274320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305409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Crowbar &amp; 9mm Pistol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Crowbar: Charged heavy swing (2.5x dmg + knockback).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Pistol: 17-round mag, 3-round burst secondary fire.</a:t>
            </a:r>
          </a:p>
        </p:txBody>
      </p:sp>
      <p:pic>
        <p:nvPicPr>
          <p:cNvPr id="9" name="Picture 8" descr="s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463040"/>
            <a:ext cx="3328416" cy="24963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425696" y="3474720"/>
            <a:ext cx="3328416" cy="274320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611880"/>
            <a:ext cx="305409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Shotgun &amp; SMG 40mm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Shotgun: Per-shell reload, double-barrel blast.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SMG: High rate of fire, integrated 40mm grenade launcher.</a:t>
            </a:r>
          </a:p>
        </p:txBody>
      </p:sp>
      <p:pic>
        <p:nvPicPr>
          <p:cNvPr id="12" name="Picture 11" descr="pist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463040"/>
            <a:ext cx="3328416" cy="24963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19872" y="3474720"/>
            <a:ext cx="3328416" cy="274320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3611880"/>
            <a:ext cx="305409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.357 Magnum &amp; Grenades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Magnum: Heavy revolver cylinder state machine.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Grenades: Cookable fuses, shockwave rings &amp; shrapnel.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WORLD &amp; VEHICLES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800x800m Corvus Sprawl &amp; Drivable Fleet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Corvus Sprawl Base Architecture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50+ Enterable Interiors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Hollow building structures with door cutouts, multi-floor storeys, rooftop catwalks.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Military Base Layout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280m runway, 3-storey control tower, 6 ammo igloos, tank workshop, trench combat zones.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24 Parked Drivable Trucks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Trucks spaced every 80m across ring roads. Approaching within 5m displays [E] DRIVE prompt.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Arcade Vehicle Physics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Predictable raycast + body-force physics optimized for high-speed ramp and berm terrain traversal.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Interior Audio Acoustics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G1InteriorSpace dynamically scales reverb duration (0.5s to 2.5s) and outdoor sound occlusion.</a:t>
            </a:r>
          </a:p>
        </p:txBody>
      </p:sp>
      <p:pic>
        <p:nvPicPr>
          <p:cNvPr id="8" name="Picture 7" descr="unit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9317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66928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B000"/>
                </a:solidFill>
                <a:latin typeface="Consolas"/>
              </a:defRPr>
            </a:pPr>
            <a:r>
              <a:t>Overview map rendering: Corvus Sprawl district layout &amp; interior spaces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PROCEDURAL AUDIO &amp;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Zero External Audio: Pure Math SFX &amp; eSpeak 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Math SFX &amp; Automated Voice Casting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100% Procedural SFX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Gunshots, explosions, pickup hums, door hydraulics, and footstep impacts generated from raw math.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eSpeak NG Automated Voice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Python script parses C# dialogue strings, generating voice clips per character profile.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Script-As-Single-Source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C# code defines dialogue lines. Rewording a line automatically mints a new clip with zero voice drift.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Typewriter Pacing Sync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Dialogue typewriter automatically scales display speed to match audio clip duration.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Formant Fallback Engine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Unvoiced fallback blips 6 formant-synthesized vowels, sounding like rapid radio chatter.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10 Distinct Voice Profiles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The Commander / Chief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Low, barking, authoritative military cadence.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Signals Tech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Rapid-fire delivery at 3.4 words per second.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The Auditor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Unbothered, flat, sinister bureaucracy drawl.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The Echo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Croaking, slowed to 1.6 words/sec, dragged out of a time-folded body.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Suit V.I.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Monotone, even, synthetic tactical guidance.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ENEMY AI &amp; THREAT DIRECTOR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GOAP Tactical AI &amp; L4D2-Style Horde Pacing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Squad Tactical AI (HECU Soldiers)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GOAP-Lite Decision Planner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Fighters evaluate threat distance, cover safety, ammo, and squad flanking maneuvers.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Geometry-Derived Firing Cover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Map generator extracts fire steps, sandbag walls, and slit openings directly from geometry.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Dynamic Cover Re-evaluation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Soldiers claim cover, fire from slits, and abandon compromised positions when flanked.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Pruned Reachability Check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Post-bake validation removes buried/unreachable nodes so AI never gets stuck.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Horde Pacing &amp; Boss Mechanics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L4D2-Style ThreatDirector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Paces zombie &amp; alien spawns dynamically based on player stress and location.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Bio-Scanner Radar (Q)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Sweeps 150m radius, marking survivor contacts and reporting bearings to unknown signals.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HECU Gunship Boss (Level 2)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Strafing machine-gun sweeps, 3-rocket salvos, and destructible rotor physics.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Threshold Anomaly Boss (Level 3)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Multi-phase portal breach fight requiring resonance emitter destruction.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CAMPAIGN &amp; LEVEL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3-Level Campaign Arc &amp; Chapter Spine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Level 1: Corvus Annex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Facility Breach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Locker Room → Lab Corridor → Control Room → Industrial Hall.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HECU Ambush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First combat encounter against military containment squads.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Alien Breach Zone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Xen portal leaks and horror atmosphere leading to the emergency elevator.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60020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Level 2: Quarantine Zone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Outdoor Complex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Toxic hazard zones, jump pads, and long-range squad engagements.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Vehicle Warfare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Drive trucks across 800m open ground between districts.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Gunship Boss Fight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Destructible rotor battle against heavy assault helicopter.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60020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Level 3: Threshold Anomaly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Portal Breach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Dimensional collapse chamber filled with time-folded echoes.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Resonance Emitters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Destroy three emitter towers holding the anomaly ring open.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The Final Choice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Step through to reset the loop OR destroy emitters to unmake the Anchor.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QA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Built-in Developer Sandbox &amp;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Developer Controls &amp; Testing Range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Weapon Testing Range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Dedicated scene for testing weapon spread, recoil, and damage values.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God Mode &amp; Infinite Ammo (G)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Unkillable state tied with auto-replenishing magazines and HUD infinity symbol.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3D Fly / Noclip Mode (V)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Free camera traversal across the 800m map to inspect geometry and AI paths.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Mob Spawner Toolbox (TAB)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Dynamically spawn Zombies, HECU Soldiers, Squads, Hordes, or Bosses on demand.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Instant Reset (F5)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Reload active scene instantly for rapid playtesting iteration.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Observability &amp; Build Verification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F3 Telemetry Overlay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Live FPS, draw calls, memory usage, AI state counters, and ThreatDirector stress levels.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AI State Gizmos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In-editor visual rays for target line-of-sight, cover node claims, and pathfinding.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G1VerifyBuild Headless Tool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Automated headless check verifying map contact coordinates aren't inside solid blocks.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G1SelfTest Play Mode Tool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Automated arm playtest script testing map relocation and door triggers.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TECHNICAL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Unity Engine Integration &amp;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Engine &amp; Build Baseline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Unity 2022.3.62f3 LTS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Built-in Render Pipeline for classic 1998 lighting and retro shader compatibility.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Classic Input Manager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Standardized keyboard/mouse binding mapping with smooth mouse look smoothing.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Git LFS Tracking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All model binaries (*.fbx) tracked via Git LFS to prevent empty pointer imports.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Procedural Scene Builders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G1SceneBuilder, G1CampaignBuilders, G1MenuBuilder rebuild scenes from scratch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External Pipeline Tools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Blender 4.x / 5.x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Used in headless mode to run python scripts for characters, weapons, vehicles, and maps.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eSpeak NG Speech Engine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Synthesizes character dialogue audio directly into committed .wav files.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Cross-Session Save System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JSON-serialized player progress stored in persistentDataPath.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ROADMAP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Current Status &amp; Future Milestones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Completed Features [COMPLETED]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✓ Full 5-Weapon Arsenal &amp; ADS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Crowbar, Pistol, Shotgun, SMG, Magnum + grenades with secondary fire.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✓ 3-Level Campaign Generation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Corvus Annex → Quarantine Zone → Threshold Boss Arena.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✓ Drivable Truck Fleet &amp; Sprawl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24 arcade trucks across 800m map with enterable interiors.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✓ Procedural Audio &amp; Voice Clips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Math SFX + eSpeak NG synthesized voice actor pipeline.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✓ Branching Cinematic Finale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Stabilize or Collapse the loop ending choices.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000"/>
                </a:solidFill>
                <a:latin typeface="Trebuchet MS"/>
              </a:defRPr>
            </a:pPr>
            <a:r>
              <a:t>Future Milestones [IN PROGRESS]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▶ Advanced Boss Mechanics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Multi-phase alien boss attack patterns and shield disruption mechanics.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▶ Serialized State Saving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Complete cross-session inventory and objective save serialization.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▶ Procedural Seed Modding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Exporting/importing custom level seeds for infinite map generation.</a:t>
            </a:r>
          </a:p>
          <a:p>
            <a:pPr>
              <a:spcAft>
                <a:spcPts val="400"/>
              </a:spcAft>
              <a:defRPr sz="1300">
                <a:solidFill>
                  <a:srgbClr val="F0F3F6"/>
                </a:solidFill>
                <a:latin typeface="Calibri"/>
              </a:defRPr>
            </a:pPr>
            <a:r>
              <a:t>• ▶ Community Modding Kit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  <a:latin typeface="Calibri"/>
              </a:defRPr>
            </a:pPr>
            <a:r>
              <a:t>   Exposing Blender python asset builder parameters to mod creators.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LIVE DEMO &amp; STUBS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3F6"/>
                </a:solidFill>
                <a:latin typeface="Trebuchet MS"/>
              </a:defRPr>
            </a:pPr>
            <a:r>
              <a:t>Guidelines for Presenter &amp; Live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12080" cy="4754880"/>
          </a:xfrm>
          <a:prstGeom prst="rect">
            <a:avLst/>
          </a:prstGeom>
          <a:solidFill>
            <a:srgbClr val="2D191E"/>
          </a:solidFill>
          <a:ln w="25400"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6347"/>
                </a:solidFill>
                <a:latin typeface="Consolas"/>
              </a:defRPr>
            </a:pPr>
            <a:r>
              <a:t>[STUB / PLACEHOLDER]: LIVE DEMO STEPS (3 MINS)</a:t>
            </a:r>
          </a:p>
          <a:p>
            <a:pPr algn="ctr">
              <a:defRPr sz="1100" i="1">
                <a:solidFill>
                  <a:srgbClr val="A0AEC0"/>
                </a:solidFill>
                <a:latin typeface="Calibri"/>
              </a:defRPr>
            </a:pPr>
            <a:r>
              <a:t>1. Launch Unity 2022.3 LTS &amp; open TestScene</a:t>
            </a:r>
            <a:br/>
            <a:r>
              <a:t>2. Press Play and showcase HL1 movement (strafe jump / sprint)</a:t>
            </a:r>
            <a:br/>
            <a:r>
              <a:t>3. Press [TAB] to spawn HECU Squad vs Zombies</a:t>
            </a:r>
            <a:br/>
            <a:r>
              <a:t>4. Enter truck with [E] and drive through workshop</a:t>
            </a:r>
            <a:br/>
            <a:r>
              <a:t>5. Demonstrate ADS RMB aim and secondary fire burst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solidFill>
            <a:srgbClr val="2D191E"/>
          </a:solidFill>
          <a:ln w="25400"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6347"/>
                </a:solidFill>
                <a:latin typeface="Consolas"/>
              </a:defRPr>
            </a:pPr>
            <a:r>
              <a:t>[STUB / PLACEHOLDER]: SLIDE CUSTOMIZATION STUBS</a:t>
            </a:r>
          </a:p>
          <a:p>
            <a:pPr algn="ctr">
              <a:defRPr sz="1100" i="1">
                <a:solidFill>
                  <a:srgbClr val="A0AEC0"/>
                </a:solidFill>
                <a:latin typeface="Calibri"/>
              </a:defRPr>
            </a:pPr>
            <a:r>
              <a:t>Replace the following placeholders before client/team presentation:</a:t>
            </a:r>
            <a:br/>
            <a:br/>
            <a:r>
              <a:t>• Slide 1: Presenter Name &amp; Team Title</a:t>
            </a:r>
            <a:br/>
            <a:r>
              <a:t>• Slide 4: Optional video of Blender script generating character</a:t>
            </a:r>
            <a:br/>
            <a:r>
              <a:t>• Slide 11: Real benchmark performance graph (FPS on target GPU)</a:t>
            </a:r>
            <a:br/>
            <a:r>
              <a:t>• Q&amp;A Slide: Contact info / Git repository link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4754880"/>
          </a:xfrm>
          <a:prstGeom prst="rect">
            <a:avLst/>
          </a:prstGeom>
          <a:solidFill>
            <a:srgbClr val="1C222C"/>
          </a:solidFill>
          <a:ln w="254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00E5FF"/>
                </a:solidFill>
                <a:latin typeface="Consolas"/>
              </a:defRPr>
            </a:pPr>
            <a:r>
              <a:t>PROJECT G1 • RETRO FPS</a:t>
            </a:r>
          </a:p>
          <a:p>
            <a:pPr>
              <a:spcAft>
                <a:spcPts val="1600"/>
              </a:spcAft>
              <a:defRPr sz="4000" b="1">
                <a:solidFill>
                  <a:srgbClr val="FFB000"/>
                </a:solidFill>
                <a:latin typeface="Trebuchet MS"/>
              </a:defRPr>
            </a:pPr>
            <a:r>
              <a:t>THANK YOU! QUESTIONS &amp; DEMO</a:t>
            </a:r>
          </a:p>
          <a:p>
            <a:pPr>
              <a:spcAft>
                <a:spcPts val="800"/>
              </a:spcAft>
              <a:defRPr sz="1600">
                <a:solidFill>
                  <a:srgbClr val="F0F3F6"/>
                </a:solidFill>
                <a:latin typeface="Consolas"/>
              </a:defRPr>
            </a:pPr>
            <a:r>
              <a:t>Repository: https://github.com/Thundercok/Project-G1</a:t>
            </a:r>
          </a:p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Consolas"/>
              </a:defRPr>
            </a:pPr>
            <a:r>
              <a:t>Documentation: docs/architecture.md  |  docs/story.md  |  docs/asset-pipeline.md</a:t>
            </a:r>
          </a:p>
          <a:p>
            <a:pPr>
              <a:defRPr sz="1400" i="1">
                <a:solidFill>
                  <a:srgbClr val="FF6347"/>
                </a:solidFill>
                <a:latin typeface="Calibri"/>
              </a:defRPr>
            </a:pPr>
            <a:r>
              <a:t>[STUB: Insert Team Contact Info / QR Code / Live Demo Links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